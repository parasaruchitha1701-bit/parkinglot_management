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Manrope"/>
      <p:regular r:id="rId15"/>
      <p:bold r:id="rId16"/>
    </p:embeddedFont>
    <p:embeddedFont>
      <p:font typeface="Bebas Neue"/>
      <p:regular r:id="rId17"/>
    </p:embeddedFont>
    <p:embeddedFont>
      <p:font typeface="Manrope Medium"/>
      <p:regular r:id="rId18"/>
      <p:bold r:id="rId19"/>
    </p:embeddedFont>
    <p:embeddedFont>
      <p:font typeface="Albert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regular.fntdata"/><Relationship Id="rId11" Type="http://schemas.openxmlformats.org/officeDocument/2006/relationships/slide" Target="slides/slide7.xml"/><Relationship Id="rId22" Type="http://schemas.openxmlformats.org/officeDocument/2006/relationships/font" Target="fonts/AlbertSans-italic.fntdata"/><Relationship Id="rId10" Type="http://schemas.openxmlformats.org/officeDocument/2006/relationships/slide" Target="slides/slide6.xml"/><Relationship Id="rId21" Type="http://schemas.openxmlformats.org/officeDocument/2006/relationships/font" Target="fonts/Albert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Alber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anrope-regular.fntdata"/><Relationship Id="rId14" Type="http://schemas.openxmlformats.org/officeDocument/2006/relationships/slide" Target="slides/slide10.xml"/><Relationship Id="rId17" Type="http://schemas.openxmlformats.org/officeDocument/2006/relationships/font" Target="fonts/BebasNeue-regular.fntdata"/><Relationship Id="rId16" Type="http://schemas.openxmlformats.org/officeDocument/2006/relationships/font" Target="fonts/Manrope-bold.fntdata"/><Relationship Id="rId5" Type="http://schemas.openxmlformats.org/officeDocument/2006/relationships/slide" Target="slides/slide1.xml"/><Relationship Id="rId19" Type="http://schemas.openxmlformats.org/officeDocument/2006/relationships/font" Target="fonts/ManropeMedium-bold.fntdata"/><Relationship Id="rId6" Type="http://schemas.openxmlformats.org/officeDocument/2006/relationships/slide" Target="slides/slide2.xml"/><Relationship Id="rId18" Type="http://schemas.openxmlformats.org/officeDocument/2006/relationships/font" Target="fonts/Manrope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4468919a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4468919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c823060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3c823060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4468919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4468919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4468919a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4468919a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4468919a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4468919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4468919a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4468919a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4468919a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4468919a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718143"/>
            <a:ext cx="7717500" cy="13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299824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>
            <a:off x="753441" y="36261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713410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084825" y="2026950"/>
            <a:ext cx="6345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713225" y="2026950"/>
            <a:ext cx="1371600" cy="108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084825" y="2741575"/>
            <a:ext cx="6345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 flipH="1">
            <a:off x="753441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flipH="1">
            <a:off x="713410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 rot="10800000">
            <a:off x="0" y="36261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-1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210989"/>
            <a:ext cx="7704000" cy="27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100"/>
              <a:buFont typeface="Nunito Light"/>
              <a:buChar char="●"/>
              <a:defRPr sz="1200">
                <a:solidFill>
                  <a:srgbClr val="434343"/>
                </a:solidFill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100"/>
              <a:buFont typeface="Nunito Light"/>
              <a:buChar char="○"/>
              <a:defRPr sz="1100">
                <a:solidFill>
                  <a:srgbClr val="434343"/>
                </a:solidFill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100"/>
              <a:buFont typeface="Nunito Light"/>
              <a:buChar char="■"/>
              <a:defRPr sz="1100">
                <a:solidFill>
                  <a:srgbClr val="434343"/>
                </a:solidFill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100"/>
              <a:buFont typeface="Nunito Light"/>
              <a:buChar char="●"/>
              <a:defRPr sz="1100">
                <a:solidFill>
                  <a:srgbClr val="434343"/>
                </a:solidFill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 Light"/>
              <a:buChar char="○"/>
              <a:defRPr sz="1100">
                <a:solidFill>
                  <a:srgbClr val="434343"/>
                </a:solidFill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 Light"/>
              <a:buChar char="■"/>
              <a:defRPr sz="1100">
                <a:solidFill>
                  <a:srgbClr val="434343"/>
                </a:solidFill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 Light"/>
              <a:buChar char="●"/>
              <a:defRPr sz="1100">
                <a:solidFill>
                  <a:srgbClr val="434343"/>
                </a:solidFill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 Light"/>
              <a:buChar char="○"/>
              <a:defRPr sz="1100">
                <a:solidFill>
                  <a:srgbClr val="434343"/>
                </a:solidFill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100"/>
              <a:buFont typeface="Nunito Light"/>
              <a:buChar char="■"/>
              <a:defRPr sz="11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4907349" y="2260977"/>
            <a:ext cx="31812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" name="Google Shape;33;p5"/>
          <p:cNvSpPr txBox="1"/>
          <p:nvPr>
            <p:ph idx="2" type="subTitle"/>
          </p:nvPr>
        </p:nvSpPr>
        <p:spPr>
          <a:xfrm>
            <a:off x="1055451" y="2260977"/>
            <a:ext cx="31812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3" type="subTitle"/>
          </p:nvPr>
        </p:nvSpPr>
        <p:spPr>
          <a:xfrm>
            <a:off x="4907345" y="1952950"/>
            <a:ext cx="3181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4" type="subTitle"/>
          </p:nvPr>
        </p:nvSpPr>
        <p:spPr>
          <a:xfrm>
            <a:off x="1055451" y="1952950"/>
            <a:ext cx="3181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" name="Google Shape;36;p5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6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720000" y="1155350"/>
            <a:ext cx="4755000" cy="5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720000" y="1663275"/>
            <a:ext cx="4755000" cy="23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0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9" name="Google Shape;49;p7"/>
          <p:cNvSpPr/>
          <p:nvPr>
            <p:ph idx="2" type="pic"/>
          </p:nvPr>
        </p:nvSpPr>
        <p:spPr>
          <a:xfrm>
            <a:off x="5643575" y="539500"/>
            <a:ext cx="32004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/>
        </p:nvSpPr>
        <p:spPr>
          <a:xfrm>
            <a:off x="4" y="-1176103"/>
            <a:ext cx="6462773" cy="234291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3" y="-12424"/>
            <a:ext cx="6495297" cy="1167779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rot="10800000">
            <a:off x="2679001" y="3976685"/>
            <a:ext cx="6462773" cy="234291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 rot="10800000">
            <a:off x="2646478" y="3988145"/>
            <a:ext cx="6495297" cy="1167779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8"/>
          <p:cNvSpPr/>
          <p:nvPr/>
        </p:nvSpPr>
        <p:spPr>
          <a:xfrm flipH="1">
            <a:off x="753441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/>
          <p:nvPr/>
        </p:nvSpPr>
        <p:spPr>
          <a:xfrm flipH="1">
            <a:off x="713410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 flipH="1" rot="10800000">
            <a:off x="0" y="36261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 flipH="1" rot="10800000">
            <a:off x="-1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135550" y="3153500"/>
            <a:ext cx="4872900" cy="8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9"/>
          <p:cNvSpPr/>
          <p:nvPr/>
        </p:nvSpPr>
        <p:spPr>
          <a:xfrm>
            <a:off x="0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-1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 rot="10800000">
            <a:off x="753441" y="36261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 rot="10800000">
            <a:off x="713410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732900" y="4101200"/>
            <a:ext cx="7698000" cy="50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/>
        </p:nvSpPr>
        <p:spPr>
          <a:xfrm>
            <a:off x="4" y="-1176103"/>
            <a:ext cx="6462773" cy="234291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0"/>
          <p:cNvGrpSpPr/>
          <p:nvPr/>
        </p:nvGrpSpPr>
        <p:grpSpPr>
          <a:xfrm>
            <a:off x="3215578" y="3494067"/>
            <a:ext cx="6495297" cy="2342918"/>
            <a:chOff x="2648703" y="2843378"/>
            <a:chExt cx="6495297" cy="2342918"/>
          </a:xfrm>
        </p:grpSpPr>
        <p:sp>
          <p:nvSpPr>
            <p:cNvPr id="71" name="Google Shape;71;p10"/>
            <p:cNvSpPr/>
            <p:nvPr/>
          </p:nvSpPr>
          <p:spPr>
            <a:xfrm rot="10800000">
              <a:off x="2681226" y="2843378"/>
              <a:ext cx="6462773" cy="2342918"/>
            </a:xfrm>
            <a:custGeom>
              <a:rect b="b" l="l" r="r" t="t"/>
              <a:pathLst>
                <a:path extrusionOk="0" h="1034401" w="2209495">
                  <a:moveTo>
                    <a:pt x="1939368" y="0"/>
                  </a:moveTo>
                  <a:cubicBezTo>
                    <a:pt x="1660488" y="60184"/>
                    <a:pt x="1675959" y="223681"/>
                    <a:pt x="1372944" y="275384"/>
                  </a:cubicBezTo>
                  <a:cubicBezTo>
                    <a:pt x="1330003" y="282716"/>
                    <a:pt x="1292375" y="285803"/>
                    <a:pt x="1258610" y="285803"/>
                  </a:cubicBezTo>
                  <a:cubicBezTo>
                    <a:pt x="1078493" y="285803"/>
                    <a:pt x="1008327" y="197954"/>
                    <a:pt x="828189" y="197954"/>
                  </a:cubicBezTo>
                  <a:cubicBezTo>
                    <a:pt x="794437" y="197954"/>
                    <a:pt x="756825" y="201038"/>
                    <a:pt x="713905" y="208362"/>
                  </a:cubicBezTo>
                  <a:cubicBezTo>
                    <a:pt x="398975" y="262132"/>
                    <a:pt x="428155" y="436663"/>
                    <a:pt x="113225" y="490403"/>
                  </a:cubicBezTo>
                  <a:cubicBezTo>
                    <a:pt x="78106" y="496405"/>
                    <a:pt x="46120" y="498973"/>
                    <a:pt x="16583" y="498973"/>
                  </a:cubicBezTo>
                  <a:cubicBezTo>
                    <a:pt x="10969" y="498973"/>
                    <a:pt x="5443" y="498880"/>
                    <a:pt x="1" y="498701"/>
                  </a:cubicBezTo>
                  <a:lnTo>
                    <a:pt x="1" y="1031383"/>
                  </a:lnTo>
                  <a:cubicBezTo>
                    <a:pt x="18174" y="1033310"/>
                    <a:pt x="37574" y="1034400"/>
                    <a:pt x="58723" y="1034400"/>
                  </a:cubicBezTo>
                  <a:cubicBezTo>
                    <a:pt x="98945" y="1034400"/>
                    <a:pt x="145493" y="1030458"/>
                    <a:pt x="201950" y="1020836"/>
                  </a:cubicBezTo>
                  <a:cubicBezTo>
                    <a:pt x="516880" y="967066"/>
                    <a:pt x="487700" y="792535"/>
                    <a:pt x="802660" y="738795"/>
                  </a:cubicBezTo>
                  <a:cubicBezTo>
                    <a:pt x="845601" y="731464"/>
                    <a:pt x="883230" y="728377"/>
                    <a:pt x="916994" y="728377"/>
                  </a:cubicBezTo>
                  <a:cubicBezTo>
                    <a:pt x="1097112" y="728377"/>
                    <a:pt x="1167278" y="816225"/>
                    <a:pt x="1347415" y="816225"/>
                  </a:cubicBezTo>
                  <a:cubicBezTo>
                    <a:pt x="1381167" y="816225"/>
                    <a:pt x="1418780" y="813141"/>
                    <a:pt x="1461700" y="805818"/>
                  </a:cubicBezTo>
                  <a:cubicBezTo>
                    <a:pt x="1776630" y="752048"/>
                    <a:pt x="1747450" y="577516"/>
                    <a:pt x="2062380" y="523777"/>
                  </a:cubicBezTo>
                  <a:cubicBezTo>
                    <a:pt x="2097468" y="517793"/>
                    <a:pt x="2129409" y="515216"/>
                    <a:pt x="2158902" y="515216"/>
                  </a:cubicBezTo>
                  <a:cubicBezTo>
                    <a:pt x="2176598" y="515216"/>
                    <a:pt x="2193412" y="516144"/>
                    <a:pt x="2209495" y="517819"/>
                  </a:cubicBezTo>
                  <a:lnTo>
                    <a:pt x="22094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0"/>
            <p:cNvSpPr/>
            <p:nvPr/>
          </p:nvSpPr>
          <p:spPr>
            <a:xfrm rot="10800000">
              <a:off x="2648703" y="3325038"/>
              <a:ext cx="6495297" cy="1167779"/>
            </a:xfrm>
            <a:custGeom>
              <a:rect b="b" l="l" r="r" t="t"/>
              <a:pathLst>
                <a:path extrusionOk="0" h="444445" w="1969764">
                  <a:moveTo>
                    <a:pt x="1" y="0"/>
                  </a:moveTo>
                  <a:lnTo>
                    <a:pt x="1" y="444445"/>
                  </a:lnTo>
                  <a:cubicBezTo>
                    <a:pt x="42889" y="407088"/>
                    <a:pt x="84562" y="366875"/>
                    <a:pt x="126477" y="328181"/>
                  </a:cubicBezTo>
                  <a:cubicBezTo>
                    <a:pt x="206833" y="251493"/>
                    <a:pt x="301818" y="223009"/>
                    <a:pt x="399470" y="223009"/>
                  </a:cubicBezTo>
                  <a:cubicBezTo>
                    <a:pt x="479086" y="223009"/>
                    <a:pt x="560475" y="241943"/>
                    <a:pt x="637156" y="269123"/>
                  </a:cubicBezTo>
                  <a:cubicBezTo>
                    <a:pt x="658406" y="272561"/>
                    <a:pt x="681421" y="274758"/>
                    <a:pt x="707083" y="274758"/>
                  </a:cubicBezTo>
                  <a:cubicBezTo>
                    <a:pt x="733141" y="274758"/>
                    <a:pt x="761927" y="272493"/>
                    <a:pt x="794362" y="266965"/>
                  </a:cubicBezTo>
                  <a:cubicBezTo>
                    <a:pt x="1051875" y="223013"/>
                    <a:pt x="1024701" y="60548"/>
                    <a:pt x="1282244" y="16596"/>
                  </a:cubicBezTo>
                  <a:cubicBezTo>
                    <a:pt x="1313452" y="11262"/>
                    <a:pt x="1341275" y="8964"/>
                    <a:pt x="1366533" y="8964"/>
                  </a:cubicBezTo>
                  <a:cubicBezTo>
                    <a:pt x="1393377" y="8964"/>
                    <a:pt x="1417324" y="11560"/>
                    <a:pt x="1439359" y="15867"/>
                  </a:cubicBezTo>
                  <a:cubicBezTo>
                    <a:pt x="1482156" y="24226"/>
                    <a:pt x="1517750" y="39028"/>
                    <a:pt x="1553313" y="53618"/>
                  </a:cubicBezTo>
                  <a:cubicBezTo>
                    <a:pt x="1607137" y="80721"/>
                    <a:pt x="1665708" y="94041"/>
                    <a:pt x="1723741" y="94041"/>
                  </a:cubicBezTo>
                  <a:cubicBezTo>
                    <a:pt x="1813577" y="94041"/>
                    <a:pt x="1902121" y="62122"/>
                    <a:pt x="1969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0"/>
          <p:cNvSpPr/>
          <p:nvPr/>
        </p:nvSpPr>
        <p:spPr>
          <a:xfrm>
            <a:off x="-16249" y="-74150"/>
            <a:ext cx="6904023" cy="1241113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 flipH="1">
            <a:off x="753441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1"/>
          <p:cNvSpPr/>
          <p:nvPr/>
        </p:nvSpPr>
        <p:spPr>
          <a:xfrm flipH="1">
            <a:off x="713410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 flipH="1" rot="10800000">
            <a:off x="0" y="36261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 flipH="1" rot="10800000">
            <a:off x="-1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13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title"/>
          </p:nvPr>
        </p:nvSpPr>
        <p:spPr>
          <a:xfrm>
            <a:off x="720000" y="2449950"/>
            <a:ext cx="2305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720000" y="2752118"/>
            <a:ext cx="2305500" cy="1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2" name="Google Shape;92;p14"/>
          <p:cNvSpPr txBox="1"/>
          <p:nvPr>
            <p:ph idx="3" type="title"/>
          </p:nvPr>
        </p:nvSpPr>
        <p:spPr>
          <a:xfrm>
            <a:off x="3419218" y="2449950"/>
            <a:ext cx="2305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4"/>
          <p:cNvSpPr txBox="1"/>
          <p:nvPr>
            <p:ph idx="4" type="subTitle"/>
          </p:nvPr>
        </p:nvSpPr>
        <p:spPr>
          <a:xfrm>
            <a:off x="3419218" y="2752118"/>
            <a:ext cx="2305500" cy="1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4"/>
          <p:cNvSpPr txBox="1"/>
          <p:nvPr>
            <p:ph idx="5" type="title"/>
          </p:nvPr>
        </p:nvSpPr>
        <p:spPr>
          <a:xfrm>
            <a:off x="6118442" y="2449950"/>
            <a:ext cx="2305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4"/>
          <p:cNvSpPr txBox="1"/>
          <p:nvPr>
            <p:ph idx="6" type="subTitle"/>
          </p:nvPr>
        </p:nvSpPr>
        <p:spPr>
          <a:xfrm>
            <a:off x="6118442" y="2752118"/>
            <a:ext cx="2305500" cy="1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6" name="Google Shape;96;p14"/>
          <p:cNvSpPr txBox="1"/>
          <p:nvPr>
            <p:ph hasCustomPrompt="1" idx="7" type="title"/>
          </p:nvPr>
        </p:nvSpPr>
        <p:spPr>
          <a:xfrm>
            <a:off x="720000" y="1712783"/>
            <a:ext cx="822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4"/>
          <p:cNvSpPr txBox="1"/>
          <p:nvPr>
            <p:ph hasCustomPrompt="1" idx="8" type="title"/>
          </p:nvPr>
        </p:nvSpPr>
        <p:spPr>
          <a:xfrm>
            <a:off x="3419218" y="1712783"/>
            <a:ext cx="822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hasCustomPrompt="1" idx="9" type="title"/>
          </p:nvPr>
        </p:nvSpPr>
        <p:spPr>
          <a:xfrm>
            <a:off x="6118442" y="1712783"/>
            <a:ext cx="822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4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subTitle"/>
          </p:nvPr>
        </p:nvSpPr>
        <p:spPr>
          <a:xfrm>
            <a:off x="3767400" y="1414800"/>
            <a:ext cx="4663500" cy="29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lbert Sans Light"/>
              <a:buChar char="●"/>
              <a:defRPr sz="11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0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106" name="Google Shape;106;p15"/>
          <p:cNvSpPr/>
          <p:nvPr>
            <p:ph idx="2" type="pic"/>
          </p:nvPr>
        </p:nvSpPr>
        <p:spPr>
          <a:xfrm>
            <a:off x="710475" y="1338600"/>
            <a:ext cx="2856600" cy="292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7" name="Google Shape;107;p15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2391875" y="3176488"/>
            <a:ext cx="4360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" name="Google Shape;113;p16"/>
          <p:cNvSpPr txBox="1"/>
          <p:nvPr>
            <p:ph idx="1" type="subTitle"/>
          </p:nvPr>
        </p:nvSpPr>
        <p:spPr>
          <a:xfrm>
            <a:off x="1051500" y="1511325"/>
            <a:ext cx="70410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6"/>
          <p:cNvSpPr/>
          <p:nvPr/>
        </p:nvSpPr>
        <p:spPr>
          <a:xfrm flipH="1">
            <a:off x="2681226" y="-1176103"/>
            <a:ext cx="6462773" cy="234291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 flipH="1">
            <a:off x="2648703" y="-12424"/>
            <a:ext cx="6495297" cy="1167779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 flipH="1" rot="10800000">
            <a:off x="4" y="3976685"/>
            <a:ext cx="6462773" cy="234291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 flipH="1" rot="10800000">
            <a:off x="3" y="3988145"/>
            <a:ext cx="6495297" cy="1167779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4780037" y="1278800"/>
            <a:ext cx="3644100" cy="29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1" name="Google Shape;121;p17"/>
          <p:cNvSpPr txBox="1"/>
          <p:nvPr>
            <p:ph idx="2" type="subTitle"/>
          </p:nvPr>
        </p:nvSpPr>
        <p:spPr>
          <a:xfrm>
            <a:off x="720000" y="1278800"/>
            <a:ext cx="3644100" cy="29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2347938" y="921000"/>
            <a:ext cx="4448100" cy="12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1" type="subTitle"/>
          </p:nvPr>
        </p:nvSpPr>
        <p:spPr>
          <a:xfrm>
            <a:off x="2347900" y="1993850"/>
            <a:ext cx="4448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/>
            </a:lvl9pPr>
          </a:lstStyle>
          <a:p/>
        </p:txBody>
      </p:sp>
      <p:sp>
        <p:nvSpPr>
          <p:cNvPr id="129" name="Google Shape;129;p18"/>
          <p:cNvSpPr txBox="1"/>
          <p:nvPr/>
        </p:nvSpPr>
        <p:spPr>
          <a:xfrm>
            <a:off x="2319325" y="3383350"/>
            <a:ext cx="4505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100">
                <a:solidFill>
                  <a:schemeClr val="hlink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0" name="Google Shape;130;p18"/>
          <p:cNvSpPr/>
          <p:nvPr/>
        </p:nvSpPr>
        <p:spPr>
          <a:xfrm flipH="1">
            <a:off x="753441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 flipH="1">
            <a:off x="713410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 flipH="1" rot="10800000">
            <a:off x="0" y="37023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 flipH="1" rot="10800000">
            <a:off x="-1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 flipH="1">
            <a:off x="753441" y="-1528512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 flipH="1">
            <a:off x="713410" y="-18084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 flipH="1" rot="10800000">
            <a:off x="0" y="3626123"/>
            <a:ext cx="8390557" cy="3041139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 flipH="1" rot="10800000">
            <a:off x="-1" y="3641299"/>
            <a:ext cx="8430590" cy="151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 flipH="1" rot="10800000">
            <a:off x="2" y="4310800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 flipH="1" rot="10800000">
            <a:off x="1" y="4319701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 flipH="1">
            <a:off x="4573644" y="-823175"/>
            <a:ext cx="4568131" cy="1657628"/>
          </a:xfrm>
          <a:custGeom>
            <a:rect b="b" l="l" r="r" t="t"/>
            <a:pathLst>
              <a:path extrusionOk="0" h="1034401" w="2209495">
                <a:moveTo>
                  <a:pt x="1939368" y="0"/>
                </a:moveTo>
                <a:cubicBezTo>
                  <a:pt x="1660488" y="60184"/>
                  <a:pt x="1675959" y="223681"/>
                  <a:pt x="1372944" y="275384"/>
                </a:cubicBezTo>
                <a:cubicBezTo>
                  <a:pt x="1330003" y="282716"/>
                  <a:pt x="1292375" y="285803"/>
                  <a:pt x="1258610" y="285803"/>
                </a:cubicBezTo>
                <a:cubicBezTo>
                  <a:pt x="1078493" y="285803"/>
                  <a:pt x="1008327" y="197954"/>
                  <a:pt x="828189" y="197954"/>
                </a:cubicBezTo>
                <a:cubicBezTo>
                  <a:pt x="794437" y="197954"/>
                  <a:pt x="756825" y="201038"/>
                  <a:pt x="713905" y="208362"/>
                </a:cubicBezTo>
                <a:cubicBezTo>
                  <a:pt x="398975" y="262132"/>
                  <a:pt x="428155" y="436663"/>
                  <a:pt x="113225" y="490403"/>
                </a:cubicBezTo>
                <a:cubicBezTo>
                  <a:pt x="78106" y="496405"/>
                  <a:pt x="46120" y="498973"/>
                  <a:pt x="16583" y="498973"/>
                </a:cubicBezTo>
                <a:cubicBezTo>
                  <a:pt x="10969" y="498973"/>
                  <a:pt x="5443" y="498880"/>
                  <a:pt x="1" y="498701"/>
                </a:cubicBezTo>
                <a:lnTo>
                  <a:pt x="1" y="1031383"/>
                </a:lnTo>
                <a:cubicBezTo>
                  <a:pt x="18174" y="1033310"/>
                  <a:pt x="37574" y="1034400"/>
                  <a:pt x="58723" y="1034400"/>
                </a:cubicBezTo>
                <a:cubicBezTo>
                  <a:pt x="98945" y="1034400"/>
                  <a:pt x="145493" y="1030458"/>
                  <a:pt x="201950" y="1020836"/>
                </a:cubicBezTo>
                <a:cubicBezTo>
                  <a:pt x="516880" y="967066"/>
                  <a:pt x="487700" y="792535"/>
                  <a:pt x="802660" y="738795"/>
                </a:cubicBezTo>
                <a:cubicBezTo>
                  <a:pt x="845601" y="731464"/>
                  <a:pt x="883230" y="728377"/>
                  <a:pt x="916994" y="728377"/>
                </a:cubicBezTo>
                <a:cubicBezTo>
                  <a:pt x="1097112" y="728377"/>
                  <a:pt x="1167278" y="816225"/>
                  <a:pt x="1347415" y="816225"/>
                </a:cubicBezTo>
                <a:cubicBezTo>
                  <a:pt x="1381167" y="816225"/>
                  <a:pt x="1418780" y="813141"/>
                  <a:pt x="1461700" y="805818"/>
                </a:cubicBezTo>
                <a:cubicBezTo>
                  <a:pt x="1776630" y="752048"/>
                  <a:pt x="1747450" y="577516"/>
                  <a:pt x="2062380" y="523777"/>
                </a:cubicBezTo>
                <a:cubicBezTo>
                  <a:pt x="2097468" y="517793"/>
                  <a:pt x="2129409" y="515216"/>
                  <a:pt x="2158902" y="515216"/>
                </a:cubicBezTo>
                <a:cubicBezTo>
                  <a:pt x="2176598" y="515216"/>
                  <a:pt x="2193412" y="516144"/>
                  <a:pt x="2209495" y="517819"/>
                </a:cubicBezTo>
                <a:lnTo>
                  <a:pt x="22094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 flipH="1">
            <a:off x="4547301" y="-5"/>
            <a:ext cx="4594475" cy="825557"/>
          </a:xfrm>
          <a:custGeom>
            <a:rect b="b" l="l" r="r" t="t"/>
            <a:pathLst>
              <a:path extrusionOk="0" h="444445" w="1969764">
                <a:moveTo>
                  <a:pt x="1" y="0"/>
                </a:moveTo>
                <a:lnTo>
                  <a:pt x="1" y="444445"/>
                </a:lnTo>
                <a:cubicBezTo>
                  <a:pt x="42889" y="407088"/>
                  <a:pt x="84562" y="366875"/>
                  <a:pt x="126477" y="328181"/>
                </a:cubicBezTo>
                <a:cubicBezTo>
                  <a:pt x="206833" y="251493"/>
                  <a:pt x="301818" y="223009"/>
                  <a:pt x="399470" y="223009"/>
                </a:cubicBezTo>
                <a:cubicBezTo>
                  <a:pt x="479086" y="223009"/>
                  <a:pt x="560475" y="241943"/>
                  <a:pt x="637156" y="269123"/>
                </a:cubicBezTo>
                <a:cubicBezTo>
                  <a:pt x="658406" y="272561"/>
                  <a:pt x="681421" y="274758"/>
                  <a:pt x="707083" y="274758"/>
                </a:cubicBezTo>
                <a:cubicBezTo>
                  <a:pt x="733141" y="274758"/>
                  <a:pt x="761927" y="272493"/>
                  <a:pt x="794362" y="266965"/>
                </a:cubicBezTo>
                <a:cubicBezTo>
                  <a:pt x="1051875" y="223013"/>
                  <a:pt x="1024701" y="60548"/>
                  <a:pt x="1282244" y="16596"/>
                </a:cubicBezTo>
                <a:cubicBezTo>
                  <a:pt x="1313452" y="11262"/>
                  <a:pt x="1341275" y="8964"/>
                  <a:pt x="1366533" y="8964"/>
                </a:cubicBezTo>
                <a:cubicBezTo>
                  <a:pt x="1393377" y="8964"/>
                  <a:pt x="1417324" y="11560"/>
                  <a:pt x="1439359" y="15867"/>
                </a:cubicBezTo>
                <a:cubicBezTo>
                  <a:pt x="1482156" y="24226"/>
                  <a:pt x="1517750" y="39028"/>
                  <a:pt x="1553313" y="53618"/>
                </a:cubicBezTo>
                <a:cubicBezTo>
                  <a:pt x="1607137" y="80721"/>
                  <a:pt x="1665708" y="94041"/>
                  <a:pt x="1723741" y="94041"/>
                </a:cubicBezTo>
                <a:cubicBezTo>
                  <a:pt x="1813577" y="94041"/>
                  <a:pt x="1902121" y="62122"/>
                  <a:pt x="1969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b="1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●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2921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○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2921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■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2921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●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2921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○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2921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■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2921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●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2921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lbert Sans"/>
              <a:buChar char="○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2921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Font typeface="Albert Sans"/>
              <a:buChar char="■"/>
              <a:defRPr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ctrTitle"/>
          </p:nvPr>
        </p:nvSpPr>
        <p:spPr>
          <a:xfrm>
            <a:off x="713250" y="1102179"/>
            <a:ext cx="7717500" cy="20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Parking Lot Management Application</a:t>
            </a:r>
            <a:endParaRPr b="0" sz="4000"/>
          </a:p>
        </p:txBody>
      </p:sp>
      <p:sp>
        <p:nvSpPr>
          <p:cNvPr id="149" name="Google Shape;149;p21"/>
          <p:cNvSpPr txBox="1"/>
          <p:nvPr>
            <p:ph idx="1" type="subTitle"/>
          </p:nvPr>
        </p:nvSpPr>
        <p:spPr>
          <a:xfrm>
            <a:off x="5210325" y="3097414"/>
            <a:ext cx="4528800" cy="1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Ruchitha Parasa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/>
        </p:nvSpPr>
        <p:spPr>
          <a:xfrm>
            <a:off x="369550" y="229925"/>
            <a:ext cx="5124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Problem Statement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628325" y="1266150"/>
            <a:ext cx="64413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675700" y="1285075"/>
            <a:ext cx="7218000" cy="2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482500" y="359600"/>
            <a:ext cx="8293800" cy="4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3535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3535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Design and implement a Parking Lot Management Application that models a parking lot with a configurable number of parking slots. The system should efficiently manage vehicle entry, exit, and real-time slot availability across different vehicle sizes.</a:t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anrope"/>
                <a:ea typeface="Manrope"/>
                <a:cs typeface="Manrope"/>
                <a:sym typeface="Manrope"/>
              </a:rPr>
              <a:t>Objectives</a:t>
            </a:r>
            <a:endParaRPr b="1" sz="1500"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Manrope Medium"/>
              <a:buChar char="●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Accept the total number of parking slots (N) from the user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Categorize parking slots into: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Small (compact cars)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Large (full-size cars)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Oversize (SUVs or trucks)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Support: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Vehicle Entry (Park)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Vehicle Exit (Remove)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Status Display (summary + detailed)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Storing data in memory/file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Implementing solution Command Line application in JAVA</a:t>
            </a:r>
            <a:endParaRPr sz="15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/>
        </p:nvSpPr>
        <p:spPr>
          <a:xfrm>
            <a:off x="369550" y="229925"/>
            <a:ext cx="5124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Approach Overview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628325" y="1266150"/>
            <a:ext cx="64413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675700" y="1285075"/>
            <a:ext cx="7218000" cy="2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628325" y="698825"/>
            <a:ext cx="7613100" cy="4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53535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anrope Medium"/>
              <a:buChar char="●"/>
            </a:pP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Implemented as a Java Command-Line Application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 Medium"/>
              <a:buChar char="●"/>
            </a:pP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Followed OOP + separation of concerns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rope Medium"/>
              <a:buChar char="●"/>
            </a:pP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Modules: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Model Layer:</a:t>
            </a: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 represents vehicles and parking slots (Entities and enums)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Service Layer:</a:t>
            </a: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 contains parking and slot management logic (Business logic)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Storage Layer:</a:t>
            </a: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 handles file-based persistence (CSV)</a:t>
            </a:r>
            <a:endParaRPr sz="16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Main Layer: </a:t>
            </a:r>
            <a: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  <a:t>manages user interaction and program flow (CLI + input flow)</a:t>
            </a:r>
            <a:br>
              <a:rPr lang="en" sz="1600"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600">
              <a:solidFill>
                <a:srgbClr val="353535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647275" y="445025"/>
            <a:ext cx="77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Allocation Strategy</a:t>
            </a:r>
            <a:endParaRPr b="0"/>
          </a:p>
        </p:txBody>
      </p:sp>
      <p:sp>
        <p:nvSpPr>
          <p:cNvPr id="171" name="Google Shape;171;p24"/>
          <p:cNvSpPr txBox="1"/>
          <p:nvPr>
            <p:ph idx="2" type="title"/>
          </p:nvPr>
        </p:nvSpPr>
        <p:spPr>
          <a:xfrm>
            <a:off x="720000" y="1852825"/>
            <a:ext cx="2305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Vehicles</a:t>
            </a:r>
            <a:endParaRPr/>
          </a:p>
        </p:txBody>
      </p:sp>
      <p:sp>
        <p:nvSpPr>
          <p:cNvPr id="172" name="Google Shape;172;p24"/>
          <p:cNvSpPr txBox="1"/>
          <p:nvPr>
            <p:ph idx="4" type="subTitle"/>
          </p:nvPr>
        </p:nvSpPr>
        <p:spPr>
          <a:xfrm>
            <a:off x="3598250" y="1392775"/>
            <a:ext cx="4566600" cy="21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anrope"/>
                <a:ea typeface="Manrope"/>
                <a:cs typeface="Manrope"/>
                <a:sym typeface="Manrope"/>
              </a:rPr>
              <a:t>Example: </a:t>
            </a:r>
            <a:endParaRPr b="1" sz="17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 Medium"/>
                <a:ea typeface="Manrope Medium"/>
                <a:cs typeface="Manrope Medium"/>
                <a:sym typeface="Manrope Medium"/>
              </a:rPr>
              <a:t>N = 7 </a:t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anrope Medium"/>
                <a:ea typeface="Manrope Medium"/>
                <a:cs typeface="Manrope Medium"/>
                <a:sym typeface="Manrope Medium"/>
              </a:rPr>
              <a:t>SMALL=3, LARGE=2, OVERSIZE=2</a:t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anrope Medium"/>
              <a:buChar char="●"/>
            </a:pPr>
            <a:r>
              <a:rPr lang="en" sz="17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Vehicles are parked only in a matching slot type</a:t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Parking policy:</a:t>
            </a:r>
            <a:r>
              <a:rPr lang="en" sz="17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First available slot of the required type</a:t>
            </a:r>
            <a:endParaRPr sz="1700"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73" name="Google Shape;173;p24"/>
          <p:cNvSpPr txBox="1"/>
          <p:nvPr>
            <p:ph idx="7" type="title"/>
          </p:nvPr>
        </p:nvSpPr>
        <p:spPr>
          <a:xfrm>
            <a:off x="720000" y="1331773"/>
            <a:ext cx="1228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40%</a:t>
            </a:r>
            <a:endParaRPr sz="1600"/>
          </a:p>
        </p:txBody>
      </p:sp>
      <p:sp>
        <p:nvSpPr>
          <p:cNvPr id="174" name="Google Shape;174;p24"/>
          <p:cNvSpPr txBox="1"/>
          <p:nvPr/>
        </p:nvSpPr>
        <p:spPr>
          <a:xfrm>
            <a:off x="720000" y="22185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40%</a:t>
            </a:r>
            <a:endParaRPr/>
          </a:p>
        </p:txBody>
      </p:sp>
      <p:sp>
        <p:nvSpPr>
          <p:cNvPr id="175" name="Google Shape;175;p24"/>
          <p:cNvSpPr txBox="1"/>
          <p:nvPr/>
        </p:nvSpPr>
        <p:spPr>
          <a:xfrm>
            <a:off x="720000" y="2534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Large</a:t>
            </a:r>
            <a:r>
              <a:rPr b="1" lang="en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Vehicles</a:t>
            </a:r>
            <a:endParaRPr b="1" sz="2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720000" y="297765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b="1" lang="en" sz="23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0%</a:t>
            </a:r>
            <a:endParaRPr b="1" sz="16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720000" y="33231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Oversized</a:t>
            </a:r>
            <a:r>
              <a:rPr b="1" lang="en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Vehicles</a:t>
            </a:r>
            <a:endParaRPr b="1" sz="2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/>
        </p:nvSpPr>
        <p:spPr>
          <a:xfrm>
            <a:off x="369550" y="229925"/>
            <a:ext cx="5124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Key Files &amp; Folders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628325" y="1266150"/>
            <a:ext cx="64413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0" y="883625"/>
            <a:ext cx="45465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src/main/java/com/parkinglot/Main.java → CLI and workflow</a:t>
            </a:r>
            <a:b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service/ParkingLotService.java → core operations and state</a:t>
            </a:r>
            <a:b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storage/ParkingLotStorage.java → CSV persistence</a:t>
            </a:r>
            <a:b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model/ → Vehicle, ParkingSlot, VehicleType, SlotType</a:t>
            </a:r>
            <a:b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data/parking_state.csv → persistent state file</a:t>
            </a:r>
            <a:b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README.md → instructions + run + output</a:t>
            </a:r>
            <a:b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</a:b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 Medium"/>
              <a:buChar char="●"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presentation/ → PPT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8700" y="677650"/>
            <a:ext cx="4606125" cy="421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647275" y="445025"/>
            <a:ext cx="77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Application</a:t>
            </a:r>
            <a:endParaRPr b="0"/>
          </a:p>
        </p:txBody>
      </p:sp>
      <p:sp>
        <p:nvSpPr>
          <p:cNvPr id="191" name="Google Shape;191;p26"/>
          <p:cNvSpPr txBox="1"/>
          <p:nvPr>
            <p:ph idx="4" type="subTitle"/>
          </p:nvPr>
        </p:nvSpPr>
        <p:spPr>
          <a:xfrm>
            <a:off x="647275" y="1118350"/>
            <a:ext cx="8313900" cy="33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Running the application 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nrope"/>
                <a:ea typeface="Manrope"/>
                <a:cs typeface="Manrope"/>
                <a:sym typeface="Manrope"/>
              </a:rPr>
              <a:t>Option 1:</a:t>
            </a: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r>
              <a:rPr lang="en" sz="15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IDE (IntelliJ / STS / VS Code)</a:t>
            </a:r>
            <a:endParaRPr sz="1500">
              <a:solidFill>
                <a:srgbClr val="000000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nrope Medium"/>
              <a:buChar char="●"/>
            </a:pPr>
            <a:r>
              <a:rPr lang="en" sz="15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Open project</a:t>
            </a:r>
            <a:endParaRPr sz="1500">
              <a:solidFill>
                <a:srgbClr val="000000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nrope Medium"/>
              <a:buChar char="●"/>
            </a:pPr>
            <a:r>
              <a:rPr b="1" lang="en" sz="15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Run:</a:t>
            </a:r>
            <a:r>
              <a:rPr lang="en" sz="1500">
                <a:solidFill>
                  <a:srgbClr val="000000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src/main/java/com/parkinglot/Main.java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Manrope"/>
                <a:ea typeface="Manrope"/>
                <a:cs typeface="Manrope"/>
                <a:sym typeface="Manrope"/>
              </a:rPr>
              <a:t>Option 2:</a:t>
            </a: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r>
              <a:rPr b="1" lang="en" sz="1500">
                <a:latin typeface="Manrope"/>
                <a:ea typeface="Manrope"/>
                <a:cs typeface="Manrope"/>
                <a:sym typeface="Manrope"/>
              </a:rPr>
              <a:t>Compile: </a:t>
            </a: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javac com/parkinglot/Main.java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                      </a:t>
            </a:r>
            <a:r>
              <a:rPr b="1" lang="en" sz="1500">
                <a:latin typeface="Manrope"/>
                <a:ea typeface="Manrope"/>
                <a:cs typeface="Manrope"/>
                <a:sym typeface="Manrope"/>
              </a:rPr>
              <a:t> Run:</a:t>
            </a: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java com.parkinglot.Main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nrope"/>
                <a:ea typeface="Manrope"/>
                <a:cs typeface="Manrope"/>
                <a:sym typeface="Manrope"/>
              </a:rPr>
              <a:t>Option 3:</a:t>
            </a: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Maven (Terminal)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                     mvn clean compile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anrope Medium"/>
                <a:ea typeface="Manrope Medium"/>
                <a:cs typeface="Manrope Medium"/>
                <a:sym typeface="Manrope Medium"/>
              </a:rPr>
              <a:t>                      mvn exec:java</a:t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647275" y="445025"/>
            <a:ext cx="77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Output</a:t>
            </a:r>
            <a:endParaRPr b="0"/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025" y="889075"/>
            <a:ext cx="3565850" cy="29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00" y="1088800"/>
            <a:ext cx="39324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810225" y="4274400"/>
            <a:ext cx="557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544950" y="3722100"/>
            <a:ext cx="381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Adding the Vehicle (Park Vehicle, ID and Type)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4858025" y="3909900"/>
            <a:ext cx="346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Display status summary (Free &amp; Occupied)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647275" y="445025"/>
            <a:ext cx="77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Output</a:t>
            </a:r>
            <a:endParaRPr b="0"/>
          </a:p>
        </p:txBody>
      </p:sp>
      <p:sp>
        <p:nvSpPr>
          <p:cNvPr id="207" name="Google Shape;207;p28"/>
          <p:cNvSpPr txBox="1"/>
          <p:nvPr/>
        </p:nvSpPr>
        <p:spPr>
          <a:xfrm>
            <a:off x="810225" y="4274400"/>
            <a:ext cx="557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1691625" y="3621600"/>
            <a:ext cx="381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Removing Vehicle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5501625" y="3847375"/>
            <a:ext cx="346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Displaying all Detailed Slots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700" y="649225"/>
            <a:ext cx="3329525" cy="31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950" y="1198338"/>
            <a:ext cx="39814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647275" y="445025"/>
            <a:ext cx="77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Output</a:t>
            </a:r>
            <a:endParaRPr b="0"/>
          </a:p>
        </p:txBody>
      </p:sp>
      <p:sp>
        <p:nvSpPr>
          <p:cNvPr id="217" name="Google Shape;217;p29"/>
          <p:cNvSpPr txBox="1"/>
          <p:nvPr/>
        </p:nvSpPr>
        <p:spPr>
          <a:xfrm>
            <a:off x="810225" y="4274400"/>
            <a:ext cx="557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810225" y="3395688"/>
            <a:ext cx="381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Saving state (parking_state.csv)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5274175" y="4274400"/>
            <a:ext cx="346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Handling Errors (Input Handling)</a:t>
            </a:r>
            <a:endParaRPr sz="13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20" name="Google Shape;22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47" y="1191000"/>
            <a:ext cx="39884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 rotWithShape="1">
          <a:blip r:embed="rId4">
            <a:alphaModFix/>
          </a:blip>
          <a:srcRect b="0" l="0" r="32414" t="0"/>
          <a:stretch/>
        </p:blipFill>
        <p:spPr>
          <a:xfrm>
            <a:off x="4465175" y="704975"/>
            <a:ext cx="4563476" cy="14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2700" y="2244300"/>
            <a:ext cx="4408425" cy="19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1624105" y="1696325"/>
            <a:ext cx="6094200" cy="12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Waves - Business Plan Basic Template by Slidesgo">
  <a:themeElements>
    <a:clrScheme name="Simple Light">
      <a:dk1>
        <a:srgbClr val="191919"/>
      </a:dk1>
      <a:lt1>
        <a:srgbClr val="FFFFFF"/>
      </a:lt1>
      <a:dk2>
        <a:srgbClr val="70BCCC"/>
      </a:dk2>
      <a:lt2>
        <a:srgbClr val="96D6DD"/>
      </a:lt2>
      <a:accent1>
        <a:srgbClr val="DBF5F8"/>
      </a:accent1>
      <a:accent2>
        <a:srgbClr val="CCBFA3"/>
      </a:accent2>
      <a:accent3>
        <a:srgbClr val="E6DAC1"/>
      </a:accent3>
      <a:accent4>
        <a:srgbClr val="FAF4E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